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/>
            </a:pPr>
            <a:r>
              <a:t>Shuttleslide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Bidirectional PowerPoint ↔ HTML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round-trip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Semantic preservation, not pixel-perfection</a:t>
            </a:r>
          </a:p>
          <a:p>
            <a:pPr>
              <a:defRPr sz="2400"/>
            </a:pPr>
            <a:r>
              <a:t>data-pptx-* metadata threads through both directions</a:t>
            </a:r>
          </a:p>
          <a:p>
            <a:pPr lvl="1">
              <a:defRPr sz="1800"/>
            </a:pPr>
            <a:r>
              <a:t>Native DrawingML keeps slides editable in PowerPoint</a:t>
            </a:r>
          </a:p>
          <a:p>
            <a:pPr>
              <a:defRPr sz="2400"/>
            </a:pPr>
            <a:r>
              <a:t>Empirical PPT↔CSS spacing calibration</a:t>
            </a:r>
          </a:p>
          <a:p>
            <a:pPr lvl="1">
              <a:defRPr sz="1800"/>
            </a:pPr>
            <a:r>
              <a:t>Line height, paragraph spacing, autofit shrink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Capability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1219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Shuttleslide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Other tools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PPTX →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HTML → 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