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ttf" ContentType="application/x-font-ttf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Fredoka" charset="0"/>
      <p:regular r:id="rId8"/>
    </p:embeddedFont>
    <p:embeddedFont>
      <p:font typeface="Nunito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ttf"/><Relationship Id="rId9" Type="http://schemas.openxmlformats.org/officeDocument/2006/relationships/font" Target="fonts/font2.ttf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t="8951" b="895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F0">
                  <a:alpha val="25000"/>
                </a:srgbClr>
              </a:gs>
              <a:gs pos="70000">
                <a:srgbClr val="FFF8F0">
                  <a:alpha val="85000"/>
                </a:srgbClr>
              </a:gs>
              <a:gs pos="100000">
                <a:srgbClr val="FFF8F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76544" y="571271"/>
            <a:ext cx="76809" cy="76123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67958" y="580872"/>
            <a:ext cx="57302" cy="56921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38646" y="571271"/>
            <a:ext cx="76809" cy="76123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75206" y="876452"/>
            <a:ext cx="9041587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B6B"/>
              </a:gs>
              <a:gs pos="50000">
                <a:srgbClr val="FFD93D"/>
              </a:gs>
              <a:gs pos="100000">
                <a:srgbClr val="FF8C32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6361" y="1047902"/>
            <a:ext cx="8538057" cy="480060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ctr"/>
            <a:r>
              <a:rPr sz="3150" b="0" i="0">
                <a:solidFill>
                  <a:srgbClr val="FFFFFF"/>
                </a:solidFill>
                <a:latin typeface="Fredoka"/>
              </a:rPr>
              <a:t>Pizza Perfection: From Dough to Delicious!</a:t>
            </a:r>
          </a:p>
        </p:txBody>
      </p:sp>
      <p:sp>
        <p:nvSpPr>
          <p:cNvPr id="9" name="Oval 8"/>
          <p:cNvSpPr/>
          <p:nvPr/>
        </p:nvSpPr>
        <p:spPr>
          <a:xfrm>
            <a:off x="5686348" y="1927783"/>
            <a:ext cx="132892" cy="133045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48451" y="1946986"/>
            <a:ext cx="95097" cy="95326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72758" y="1927783"/>
            <a:ext cx="132892" cy="133045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264408"/>
            <a:ext cx="5543702" cy="977265"/>
          </a:xfrm>
          <a:prstGeom prst="roundRect">
            <a:avLst>
              <a:gd name="adj" fmla="val 15594"/>
            </a:avLst>
          </a:prstGeom>
          <a:solidFill>
            <a:srgbClr val="FFFFFF"/>
          </a:solidFill>
          <a:ln w="8466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91" y="3442030"/>
            <a:ext cx="880262" cy="285978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2250" b="0" i="0">
                <a:solidFill>
                  <a:srgbClr val="000000"/>
                </a:solidFill>
                <a:latin typeface="Nunito"/>
              </a:rPr>
              <a:t>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0678" y="3442030"/>
            <a:ext cx="4642713" cy="621334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130" b="0" i="0">
                <a:solidFill>
                  <a:srgbClr val="4A3728"/>
                </a:solidFill>
                <a:latin typeface="Nunito"/>
              </a:rPr>
              <a:t>Making pizza from scratch is simpler than you think — with just flour, yeast, tomatoes, and cheese, you can create a masterpiece in your own kitchen.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097" y="3264408"/>
            <a:ext cx="5543702" cy="977265"/>
          </a:xfrm>
          <a:prstGeom prst="roundRect">
            <a:avLst>
              <a:gd name="adj" fmla="val 15594"/>
            </a:avLst>
          </a:prstGeom>
          <a:solidFill>
            <a:srgbClr val="FFFFFF"/>
          </a:solidFill>
          <a:ln w="8466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608" y="3442030"/>
            <a:ext cx="880262" cy="285978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2250" b="0" i="0">
                <a:solidFill>
                  <a:srgbClr val="000000"/>
                </a:solidFill>
                <a:latin typeface="Nunito"/>
              </a:rPr>
              <a:t>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3442030"/>
            <a:ext cx="4642713" cy="621334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130" b="0" i="0">
                <a:solidFill>
                  <a:srgbClr val="4A3728"/>
                </a:solidFill>
                <a:latin typeface="Nunito"/>
              </a:rPr>
              <a:t>This guide breaks pizza-making into four easy steps: mix the dough, craft the sauce, pile on your favorite toppings, and bake until golden perfection.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1639"/>
            <a:ext cx="5543702" cy="977265"/>
          </a:xfrm>
          <a:prstGeom prst="roundRect">
            <a:avLst>
              <a:gd name="adj" fmla="val 15594"/>
            </a:avLst>
          </a:prstGeom>
          <a:solidFill>
            <a:srgbClr val="FFFFFF"/>
          </a:solidFill>
          <a:ln w="8466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91" y="4609261"/>
            <a:ext cx="880262" cy="285978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2250" b="0" i="0">
                <a:solidFill>
                  <a:srgbClr val="000000"/>
                </a:solidFill>
                <a:latin typeface="Nunito"/>
              </a:rPr>
              <a:t>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0678" y="4609261"/>
            <a:ext cx="4642713" cy="621334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130" b="0" i="0">
                <a:solidFill>
                  <a:srgbClr val="4A3728"/>
                </a:solidFill>
                <a:latin typeface="Nunito"/>
              </a:rPr>
              <a:t>Whether you're a confident cook or a total beginner, homemade pizza beats delivery every time with its fresh taste and endless customization.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097" y="4431639"/>
            <a:ext cx="5543702" cy="977265"/>
          </a:xfrm>
          <a:prstGeom prst="roundRect">
            <a:avLst>
              <a:gd name="adj" fmla="val 15594"/>
            </a:avLst>
          </a:prstGeom>
          <a:solidFill>
            <a:srgbClr val="FFFFFF"/>
          </a:solidFill>
          <a:ln w="8466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608" y="4609261"/>
            <a:ext cx="880262" cy="285978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2250" b="0" i="0">
                <a:solidFill>
                  <a:srgbClr val="000000"/>
                </a:solidFill>
                <a:latin typeface="Nunito"/>
              </a:rP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4609261"/>
            <a:ext cx="4642713" cy="414223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130" b="0" i="0">
                <a:solidFill>
                  <a:srgbClr val="4A3728"/>
                </a:solidFill>
                <a:latin typeface="Nunito"/>
              </a:rPr>
              <a:t>Get ready to impress your family and friends with a piping-hot, crispy-yet-chewy pizza made entirely by your own hands!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48441" y="6067272"/>
            <a:ext cx="886358" cy="333298"/>
          </a:xfrm>
          <a:prstGeom prst="roundRect">
            <a:avLst>
              <a:gd name="adj" fmla="val 50000"/>
            </a:avLst>
          </a:prstGeom>
          <a:solidFill>
            <a:srgbClr val="FF6B6B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6B6B"/>
                </a:solidFill>
              </a:rPr>
              <a:t>1 / 9 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